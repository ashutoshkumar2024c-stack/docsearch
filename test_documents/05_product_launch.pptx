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Aurora 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team, Q4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Reach 10,000 active users within 6 months</a:t>
            </a:r>
          </a:p>
          <a:p>
            <a:r>
              <a:t>Reduce onboarding time to under 5 minutes</a:t>
            </a:r>
          </a:p>
          <a:p>
            <a:r>
              <a:t>Achieve a 4.5 star app store rating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00000"/>
          <a:ext cx="70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3500000"/>
              </a:tblGrid>
              <a:tr h="45000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(Rs lakh)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Third-party payment gateway approval may take 3 weeks</a:t>
            </a:r>
          </a:p>
          <a:p>
            <a:r>
              <a:t>Two backend engineers are needed by November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